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334" y="3657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8334" y="3657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Develop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8334" y="6675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security from the start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8334" y="1280160"/>
            <a:ext cx="1741671" cy="365760"/>
          </a:xfrm>
          <a:prstGeom prst="roundRect">
            <a:avLst>
              <a:gd name="adj" fmla="val 20000"/>
            </a:avLst>
          </a:prstGeom>
          <a:solidFill>
            <a:srgbClr val="A63A1E"/>
          </a:solidFill>
          <a:ln w="19050">
            <a:solidFill>
              <a:srgbClr val="7F2D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8334" y="1280160"/>
            <a:ext cx="1741671" cy="2011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8334" y="1481328"/>
            <a:ext cx="1741671" cy="146304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feature development &amp; code changes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19170" y="16459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19170" y="1828800"/>
            <a:ext cx="-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32086" y="182880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8334" y="201168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34" y="201168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Security Assistant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334" y="251460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security suggestions and best practices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32086" y="29260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132086" y="3108960"/>
            <a:ext cx="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19170" y="31089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34" y="329184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34" y="329184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8334" y="369417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for application code and configurations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19170" y="40233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219170" y="4206240"/>
            <a:ext cx="-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132086" y="42062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8334" y="438912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34" y="438912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&amp; Security Linting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8334" y="489204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code analysis for vulnerabilities pre-commit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32086" y="5303520"/>
            <a:ext cx="261251" cy="-2011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393337" y="3291840"/>
            <a:ext cx="3222091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615427" y="3291840"/>
            <a:ext cx="-261251" cy="-2011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8334" y="3657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34" y="3657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Secure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48334" y="6675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security into CI/CD pipelines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83341" y="128016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341" y="128016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Orchestration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3341" y="168249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build, test, and scan initiation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54177" y="20116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354177" y="2194560"/>
            <a:ext cx="-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267093" y="21945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483341" y="237744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83341" y="237744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&amp; SCA Scan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3341" y="288036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analysis &amp; open-source component risk assessment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67093" y="32918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267093" y="347472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267093" y="34747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483341" y="365760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83341" y="365760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&amp; Configuration Scan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3341" y="416052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scanning of Infrastructure as Code for misconfigurations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67093" y="457200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4267093" y="475488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4267093" y="47548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483341" y="493776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83341" y="493776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Security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3341" y="544068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 for Docker images and registries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67093" y="5852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4267093" y="6035040"/>
            <a:ext cx="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354177" y="60350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483341" y="621792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83341" y="621792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Artifact Repository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483341" y="662025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trusted build artifacts and secure images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354177" y="69494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4354177" y="7132320"/>
            <a:ext cx="-34833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4005843" y="71323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48334" y="3657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8334" y="3657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Enforce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348334" y="6675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protection and continuous policy enforcement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618349" y="128016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18349" y="128016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Pipeline Orchestration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618349" y="168249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secure deployment to cloud environments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489184" y="20116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7489184" y="2194560"/>
            <a:ext cx="-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7402101" y="21945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6618349" y="237744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18349" y="237744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as Code Enforcement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618349" y="288036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security policy validation during deployment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02101" y="32918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7402101" y="347472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402101" y="34747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6618349" y="365760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18349" y="365760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Application Protection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6618349" y="416052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applications from attacks in real-time (RASP)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402101" y="457200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7402101" y="4754880"/>
            <a:ext cx="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7489184" y="47548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618349" y="4937760"/>
            <a:ext cx="1741671" cy="731520"/>
          </a:xfrm>
          <a:prstGeom prst="roundRect">
            <a:avLst>
              <a:gd name="adj" fmla="val 10000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18349" y="4937760"/>
            <a:ext cx="1741671" cy="4023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Environment Deployment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618349" y="5340096"/>
            <a:ext cx="1741671" cy="29260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provisioning and configuration of cloud infrastructure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489184" y="56692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7489184" y="5852160"/>
            <a:ext cx="-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7402101" y="5852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618349" y="603504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18349" y="603504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Network Security Automation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6618349" y="653796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WAF, API Gateway, and segmentation enforcement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402101" y="6949440"/>
            <a:ext cx="261251" cy="-2834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7663351" y="4114800"/>
            <a:ext cx="30479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10711275" y="4114800"/>
            <a:ext cx="-261251" cy="-2834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348334" y="365760"/>
            <a:ext cx="11495027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8334" y="365760"/>
            <a:ext cx="11495027" cy="301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Optimize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348334" y="667512"/>
            <a:ext cx="11495027" cy="219456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risk monitoring and feedback loops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9753356" y="1280160"/>
            <a:ext cx="1393337" cy="822960"/>
          </a:xfrm>
          <a:prstGeom prst="roundRect">
            <a:avLst>
              <a:gd name="adj" fmla="val 8889"/>
            </a:avLst>
          </a:prstGeom>
          <a:solidFill>
            <a:srgbClr val="1E40A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753356" y="1280160"/>
            <a:ext cx="1393337" cy="45262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Threat Detection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9753356" y="1732788"/>
            <a:ext cx="1393337" cy="329184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for active threats and anomalous behavior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0450024" y="21031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0450024" y="2286000"/>
            <a:ext cx="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0537108" y="228600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9753356" y="246888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53356" y="246888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CSPM &amp; Cloud Workload Protection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9753356" y="297180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posture management and workload security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0537108" y="33832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10537108" y="356616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10537108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9753356" y="3749040"/>
            <a:ext cx="1567504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753356" y="3749040"/>
            <a:ext cx="1567504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&amp; SOAR Integration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9753356" y="4251960"/>
            <a:ext cx="1567504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logging, incident response, and automation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0537108" y="46634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10537108" y="4846320"/>
            <a:ext cx="-870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10450024" y="48463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9753356" y="5029200"/>
            <a:ext cx="1393337" cy="822960"/>
          </a:xfrm>
          <a:prstGeom prst="roundRect">
            <a:avLst>
              <a:gd name="adj" fmla="val 8889"/>
            </a:avLst>
          </a:prstGeom>
          <a:solidFill>
            <a:srgbClr val="1E40A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753356" y="5029200"/>
            <a:ext cx="1393337" cy="45262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Compliance Dashboard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9753356" y="5481828"/>
            <a:ext cx="1393337" cy="329184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status and audit readiness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0450024" y="5852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10450024" y="6035040"/>
            <a:ext cx="261251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10711275" y="60350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9753356" y="6217920"/>
            <a:ext cx="1915838" cy="914400"/>
          </a:xfrm>
          <a:prstGeom prst="roundRect">
            <a:avLst>
              <a:gd name="adj" fmla="val 8000"/>
            </a:avLst>
          </a:prstGeom>
          <a:solidFill>
            <a:srgbClr val="A63A1E"/>
          </a:solidFill>
          <a:ln w="19050">
            <a:solidFill>
              <a:srgbClr val="7F2D1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753356" y="6217920"/>
            <a:ext cx="1915838" cy="502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Vulnerability Remediation</a:t>
            </a:r>
            <a:endParaRPr lang="en-US" sz="1200" dirty="0"/>
          </a:p>
        </p:txBody>
      </p:sp>
      <p:sp>
        <p:nvSpPr>
          <p:cNvPr id="124" name="Text 122"/>
          <p:cNvSpPr/>
          <p:nvPr/>
        </p:nvSpPr>
        <p:spPr>
          <a:xfrm>
            <a:off x="9753356" y="6720840"/>
            <a:ext cx="1915838" cy="36576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ticketing and actionable insights for developers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10711275" y="7132320"/>
            <a:ext cx="-261251" cy="-2926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10450024" y="4206240"/>
            <a:ext cx="-949210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957919" y="4206240"/>
            <a:ext cx="261251" cy="-2926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3341" y="-640080"/>
            <a:ext cx="1741671" cy="-6126480"/>
          </a:xfrm>
          <a:prstGeom prst="roundRect">
            <a:avLst>
              <a:gd name="adj" fmla="val -1194"/>
            </a:avLst>
          </a:prstGeom>
          <a:solidFill>
            <a:srgbClr val="4F46C6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83341" y="-640080"/>
            <a:ext cx="1741671" cy="-336956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Artifact Repository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483341" y="-4009644"/>
            <a:ext cx="1741671" cy="-2450592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trusted build artifacts and secure images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354177" y="914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354177" y="274320"/>
            <a:ext cx="-34833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005843" y="2743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83341" y="457200"/>
            <a:ext cx="1045002" cy="-5760720"/>
          </a:xfrm>
          <a:prstGeom prst="roundRect">
            <a:avLst>
              <a:gd name="adj" fmla="val -1270"/>
            </a:avLst>
          </a:prstGeom>
          <a:solidFill>
            <a:srgbClr val="A63A1E"/>
          </a:solidFill>
          <a:ln w="19050">
            <a:solidFill>
              <a:srgbClr val="7F2D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341" y="457200"/>
            <a:ext cx="1045002" cy="-316839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Security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83341" y="-2711196"/>
            <a:ext cx="1045002" cy="-2304288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 for high-risk vulnerabilities or policy exceptions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5843" y="1554480"/>
            <a:ext cx="0" cy="-3566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005843" y="-2011680"/>
            <a:ext cx="3483341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89184" y="-2011680"/>
            <a:ext cx="0" cy="-3566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18349" y="-822960"/>
            <a:ext cx="1567504" cy="-5943600"/>
          </a:xfrm>
          <a:prstGeom prst="roundRect">
            <a:avLst>
              <a:gd name="adj" fmla="val -1231"/>
            </a:avLst>
          </a:prstGeom>
          <a:solidFill>
            <a:srgbClr val="D977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8349" y="-822960"/>
            <a:ext cx="1567504" cy="-32689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Network Security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8349" y="-4091940"/>
            <a:ext cx="1567504" cy="-237744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WAF, API Gateway, and segmentation enforcement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2101" y="91440"/>
            <a:ext cx="261251" cy="-2834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663351" y="-2743200"/>
            <a:ext cx="30479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711275" y="-2743200"/>
            <a:ext cx="-261251" cy="-2834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53356" y="-640080"/>
            <a:ext cx="1915838" cy="-5943600"/>
          </a:xfrm>
          <a:prstGeom prst="roundRect">
            <a:avLst>
              <a:gd name="adj" fmla="val -1231"/>
            </a:avLst>
          </a:prstGeom>
          <a:solidFill>
            <a:srgbClr val="A63A1E"/>
          </a:solidFill>
          <a:ln w="19050">
            <a:solidFill>
              <a:srgbClr val="7F2D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3356" y="-640080"/>
            <a:ext cx="1915838" cy="-32689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b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Vulnerability Remediation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53356" y="-3909060"/>
            <a:ext cx="1915838" cy="-2377440"/>
          </a:xfrm>
          <a:prstGeom prst="rect">
            <a:avLst/>
          </a:prstGeom>
          <a:noFill/>
          <a:ln/>
        </p:spPr>
        <p:txBody>
          <a:bodyPr wrap="square" lIns="25400" tIns="76200" rIns="76200" bIns="5080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ticketing and actionable insights for developers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711275" y="274320"/>
            <a:ext cx="-261251" cy="-2926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450024" y="-2651760"/>
            <a:ext cx="-949210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57919" y="-2651760"/>
            <a:ext cx="261251" cy="-2926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2026-05-19T10:13:52Z</dcterms:created>
  <dcterms:modified xsi:type="dcterms:W3CDTF">2026-05-19T10:13:52Z</dcterms:modified>
</cp:coreProperties>
</file>