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8334" y="365760"/>
            <a:ext cx="11495027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8334" y="365760"/>
            <a:ext cx="11495027" cy="3017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Secure Design &amp; Plan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8334" y="667512"/>
            <a:ext cx="11495027" cy="219456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foundational security for cloud-native architecture early.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83341" y="365760"/>
            <a:ext cx="1741671" cy="731520"/>
          </a:xfrm>
          <a:prstGeom prst="roundRect">
            <a:avLst>
              <a:gd name="adj" fmla="val 10000"/>
            </a:avLst>
          </a:prstGeom>
          <a:solidFill>
            <a:srgbClr val="4F46C6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83341" y="365760"/>
            <a:ext cx="1741671" cy="4023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Design &amp; IaC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83341" y="768096"/>
            <a:ext cx="1741671" cy="292608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infrastructure as code with security by design principles.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18349" y="36576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8349" y="36576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Threat Modeling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18349" y="86868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threat analysis and mitigation suggestions during design phase.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18349" y="164592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8349" y="164592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 Security Scan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8349" y="214884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scanning of Infrastructure as Code for misconfigurations and vulnerabilities.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753356" y="365760"/>
            <a:ext cx="1741671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53356" y="365760"/>
            <a:ext cx="1741671" cy="20116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Shift-Left Principles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53356" y="566928"/>
            <a:ext cx="1741671" cy="146304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security early reduces costs and risks significantly.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8334" y="1280160"/>
            <a:ext cx="11495027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8334" y="1280160"/>
            <a:ext cx="11495027" cy="3017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Code &amp; Secure Build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8334" y="1581912"/>
            <a:ext cx="11495027" cy="219456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security seamlessly into development and build processes.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83341" y="1463040"/>
            <a:ext cx="1741671" cy="731520"/>
          </a:xfrm>
          <a:prstGeom prst="roundRect">
            <a:avLst>
              <a:gd name="adj" fmla="val 10000"/>
            </a:avLst>
          </a:prstGeom>
          <a:solidFill>
            <a:srgbClr val="4F46C6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83341" y="1463040"/>
            <a:ext cx="1741671" cy="4023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Environment &amp; Code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83341" y="1865376"/>
            <a:ext cx="1741671" cy="292608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workstations and code repositories with integrated security tooling.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18349" y="292608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8349" y="292608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Security Coaching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18349" y="342900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security recommendations and vulnerability fixes directly in IDE.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18349" y="420624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18349" y="420624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SAST/SCA/DAST Scans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18349" y="470916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static, dynamic, and software composition analysis of code.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83341" y="2560320"/>
            <a:ext cx="1741671" cy="731520"/>
          </a:xfrm>
          <a:prstGeom prst="roundRect">
            <a:avLst>
              <a:gd name="adj" fmla="val 10000"/>
            </a:avLst>
          </a:prstGeom>
          <a:solidFill>
            <a:srgbClr val="4F46C6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83341" y="2560320"/>
            <a:ext cx="1741671" cy="4023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Build &amp; Scan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83341" y="2962656"/>
            <a:ext cx="1741671" cy="292608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building of secure container images with embedded vulnerability scanning.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18349" y="548640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8349" y="548640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Vulnerability Scan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18349" y="598932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container images for known vulnerabilities before deployment.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8334" y="2194560"/>
            <a:ext cx="11495027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8334" y="2194560"/>
            <a:ext cx="11495027" cy="3017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Deploy &amp; Monitor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48334" y="2496312"/>
            <a:ext cx="11495027" cy="219456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secure, compliant deployments and continuous runtime protection.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83341" y="3657600"/>
            <a:ext cx="1741671" cy="731520"/>
          </a:xfrm>
          <a:prstGeom prst="roundRect">
            <a:avLst>
              <a:gd name="adj" fmla="val 10000"/>
            </a:avLst>
          </a:prstGeom>
          <a:solidFill>
            <a:srgbClr val="4F46C6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83341" y="3657600"/>
            <a:ext cx="1741671" cy="4023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Deployment Pipeline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3341" y="4059936"/>
            <a:ext cx="1741671" cy="292608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deployment to cloud environments with security policy enforcement.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18349" y="676656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18349" y="676656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Config Guard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18349" y="726948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and enforcement of cloud security configurations.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83341" y="4754880"/>
            <a:ext cx="1045002" cy="1097280"/>
          </a:xfrm>
          <a:prstGeom prst="roundRect">
            <a:avLst>
              <a:gd name="adj" fmla="val 7000"/>
            </a:avLst>
          </a:prstGeom>
          <a:solidFill>
            <a:srgbClr val="A63A1E"/>
          </a:solidFill>
          <a:ln w="19050">
            <a:solidFill>
              <a:srgbClr val="7F2D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83341" y="4754880"/>
            <a:ext cx="1045002" cy="60350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Approval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3341" y="5358384"/>
            <a:ext cx="1045002" cy="438912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change review and authorization by security or operations teams.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83341" y="6217920"/>
            <a:ext cx="1741671" cy="731520"/>
          </a:xfrm>
          <a:prstGeom prst="roundRect">
            <a:avLst>
              <a:gd name="adj" fmla="val 10000"/>
            </a:avLst>
          </a:prstGeom>
          <a:solidFill>
            <a:srgbClr val="4F46C6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83341" y="6217920"/>
            <a:ext cx="1741671" cy="4023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Protection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483341" y="6620256"/>
            <a:ext cx="1741671" cy="292608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security monitoring and protection of running applications and infrastructure.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753356" y="1097280"/>
            <a:ext cx="1393337" cy="822960"/>
          </a:xfrm>
          <a:prstGeom prst="roundRect">
            <a:avLst>
              <a:gd name="adj" fmla="val 8889"/>
            </a:avLst>
          </a:prstGeom>
          <a:solidFill>
            <a:srgbClr val="1E40A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53356" y="1097280"/>
            <a:ext cx="1393337" cy="45262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Compliance Score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753356" y="1549908"/>
            <a:ext cx="1393337" cy="329184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compliance status against regulatory frameworks and internal policies.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753356" y="2286000"/>
            <a:ext cx="1393337" cy="822960"/>
          </a:xfrm>
          <a:prstGeom prst="roundRect">
            <a:avLst>
              <a:gd name="adj" fmla="val 8889"/>
            </a:avLst>
          </a:prstGeom>
          <a:solidFill>
            <a:srgbClr val="1E40A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53356" y="2286000"/>
            <a:ext cx="1393337" cy="45262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Risk Index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753356" y="2738628"/>
            <a:ext cx="1393337" cy="329184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view of current security posture and potential risk exposure.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8334" y="3108960"/>
            <a:ext cx="11495027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8334" y="3108960"/>
            <a:ext cx="11495027" cy="3017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Feedback &amp; Optimize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348334" y="3410712"/>
            <a:ext cx="11495027" cy="219456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Iteratively improve security posture based on continuous monitoring and insights.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753356" y="3474720"/>
            <a:ext cx="191583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753356" y="3474720"/>
            <a:ext cx="1915838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 Loop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753356" y="3977640"/>
            <a:ext cx="1915838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security enhancements back into the design and development phases.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8349" y="-91440"/>
            <a:ext cx="1567504" cy="-5943600"/>
          </a:xfrm>
          <a:prstGeom prst="roundRect">
            <a:avLst>
              <a:gd name="adj" fmla="val -1231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18349" y="-91440"/>
            <a:ext cx="1567504" cy="-32689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Config Guard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8349" y="-3360420"/>
            <a:ext cx="1567504" cy="-237744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and enforcement of cloud security configurations.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83341" y="-640080"/>
            <a:ext cx="1741671" cy="-6126480"/>
          </a:xfrm>
          <a:prstGeom prst="roundRect">
            <a:avLst>
              <a:gd name="adj" fmla="val -1194"/>
            </a:avLst>
          </a:prstGeom>
          <a:solidFill>
            <a:srgbClr val="4F46C6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83341" y="-640080"/>
            <a:ext cx="1741671" cy="-336956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Protection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83341" y="-4009644"/>
            <a:ext cx="1741671" cy="-2450592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security monitoring and protection of running applications and infrastructure.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18349" y="1188720"/>
            <a:ext cx="1567504" cy="-5943600"/>
          </a:xfrm>
          <a:prstGeom prst="roundRect">
            <a:avLst>
              <a:gd name="adj" fmla="val -1231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8349" y="1188720"/>
            <a:ext cx="1567504" cy="-32689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Threat 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18349" y="-2080260"/>
            <a:ext cx="1567504" cy="-237744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detection of anomalous behavior and active threats in runtime.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18349" y="2468880"/>
            <a:ext cx="1567504" cy="-5943600"/>
          </a:xfrm>
          <a:prstGeom prst="roundRect">
            <a:avLst>
              <a:gd name="adj" fmla="val -1231"/>
            </a:avLst>
          </a:prstGeom>
          <a:solidFill>
            <a:srgbClr val="00897B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8349" y="2468880"/>
            <a:ext cx="1567504" cy="-32689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Incident Response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8349" y="-800100"/>
            <a:ext cx="1567504" cy="-237744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remediation and response to detected security incidents.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18349" y="3749040"/>
            <a:ext cx="1567504" cy="-5943600"/>
          </a:xfrm>
          <a:prstGeom prst="roundRect">
            <a:avLst>
              <a:gd name="adj" fmla="val -1231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8349" y="3749040"/>
            <a:ext cx="1567504" cy="-32689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Post-Mortem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18349" y="480060"/>
            <a:ext cx="1567504" cy="-237744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analysis of incidents to identify root causes and preventive actions.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83341" y="457200"/>
            <a:ext cx="1741671" cy="-6126480"/>
          </a:xfrm>
          <a:prstGeom prst="roundRect">
            <a:avLst>
              <a:gd name="adj" fmla="val -1194"/>
            </a:avLst>
          </a:prstGeom>
          <a:solidFill>
            <a:srgbClr val="4F46C6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83341" y="457200"/>
            <a:ext cx="1741671" cy="-336956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Rule Updates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83341" y="-2912364"/>
            <a:ext cx="1741671" cy="-2450592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update and deployment of security policies and detection rules.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2026-05-19T10:09:24Z</dcterms:created>
  <dcterms:modified xsi:type="dcterms:W3CDTF">2026-05-19T10:09:24Z</dcterms:modified>
</cp:coreProperties>
</file>