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20040"/>
            <a:ext cx="1158211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792" y="320040"/>
            <a:ext cx="11582110" cy="2514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 Workflow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792" y="571500"/>
            <a:ext cx="11582110" cy="18288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delivery with cloud-native automation and continuous compliance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918759" y="320040"/>
            <a:ext cx="1393337" cy="685800"/>
          </a:xfrm>
          <a:prstGeom prst="roundRect">
            <a:avLst>
              <a:gd name="adj" fmla="val 10667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18759" y="320040"/>
            <a:ext cx="1393337" cy="37719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Planning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18759" y="697230"/>
            <a:ext cx="1393337" cy="27432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modeling, policy-as-code, architecture 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5427" y="10058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615427" y="114300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615427" y="123444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615427" y="1234440"/>
            <a:ext cx="0" cy="-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615427" y="10972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62301" y="1234440"/>
            <a:ext cx="1306253" cy="777240"/>
          </a:xfrm>
          <a:prstGeom prst="roundRect">
            <a:avLst>
              <a:gd name="adj" fmla="val 9412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2301" y="1234440"/>
            <a:ext cx="1306253" cy="42748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62301" y="1661922"/>
            <a:ext cx="1306253" cy="31089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SCA, SBOM, and binary signing in CI/CD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5427" y="20116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615427" y="214884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615427" y="2240280"/>
            <a:ext cx="29608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76268" y="2240280"/>
            <a:ext cx="0" cy="-20574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576268" y="1828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79599" y="320040"/>
            <a:ext cx="1393337" cy="685800"/>
          </a:xfrm>
          <a:prstGeom prst="roundRect">
            <a:avLst>
              <a:gd name="adj" fmla="val 10667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9599" y="320040"/>
            <a:ext cx="1393337" cy="37719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9599" y="697230"/>
            <a:ext cx="1393337" cy="27432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code, runtime hardening, zero trust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76268" y="10058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576268" y="114300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576268" y="123444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576268" y="1234440"/>
            <a:ext cx="0" cy="-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576268" y="10972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966683" y="1234440"/>
            <a:ext cx="1219170" cy="73152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6683" y="1234440"/>
            <a:ext cx="1219170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66683" y="1636776"/>
            <a:ext cx="1219170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dashboards, anomaly detection, drift control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76268" y="1965960"/>
            <a:ext cx="391876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7968144" y="210312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7968144" y="2194560"/>
            <a:ext cx="29608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0928984" y="2194560"/>
            <a:ext cx="0" cy="-20116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0928984" y="182880"/>
            <a:ext cx="-391876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840440" y="320040"/>
            <a:ext cx="1393337" cy="777240"/>
          </a:xfrm>
          <a:prstGeom prst="roundRect">
            <a:avLst>
              <a:gd name="adj" fmla="val 9412"/>
            </a:avLst>
          </a:prstGeom>
          <a:solidFill>
            <a:srgbClr val="5B9F3A"/>
          </a:solidFill>
          <a:ln w="19050">
            <a:solidFill>
              <a:srgbClr val="3D7A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40440" y="320040"/>
            <a:ext cx="1393337" cy="42748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Feedback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40440" y="747522"/>
            <a:ext cx="1393337" cy="31089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remediation, compliance orchestration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537108" y="1097280"/>
            <a:ext cx="-391876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0145232" y="123444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0145232" y="1325880"/>
            <a:ext cx="-5921681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223552" y="1325880"/>
            <a:ext cx="0" cy="-114300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4223552" y="182880"/>
            <a:ext cx="391876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971065" y="1325880"/>
            <a:ext cx="1132086" cy="914400"/>
          </a:xfrm>
          <a:prstGeom prst="roundRect">
            <a:avLst>
              <a:gd name="adj" fmla="val 8000"/>
            </a:avLst>
          </a:prstGeom>
          <a:solidFill>
            <a:srgbClr val="A63A1E"/>
          </a:solidFill>
          <a:ln w="19050">
            <a:solidFill>
              <a:srgbClr val="7F2D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71065" y="1325880"/>
            <a:ext cx="1132086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Review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971065" y="1828800"/>
            <a:ext cx="1132086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approval and risk acceptance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537108" y="22402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0537108" y="237744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0537108" y="2468880"/>
            <a:ext cx="-29608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7576268" y="2468880"/>
            <a:ext cx="0" cy="-228600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7576268" y="1828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2026-05-19T11:21:42Z</dcterms:created>
  <dcterms:modified xsi:type="dcterms:W3CDTF">2026-05-19T11:21:42Z</dcterms:modified>
</cp:coreProperties>
</file>